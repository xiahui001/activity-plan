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01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页面标题：封面｜致敬白衣天使，共赴健康生活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页面核心观点：以护士节为情感入口，把市民公益体检、健康咨询和健康生活倡导整合为一场有温度、可参与、可传播的医院公益活动。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甲方：医院方（可替换为医院全称）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活动节点：护士节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活动属性：护士节致敬仪式 + 公益体检 + 健康咨询 + 科学运动互动 + 健康生活科普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关键词：白衣天使、公益体检、健康生活、社区服务、医院公益形象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提案定位：面向医院甲方的可落地活动策划方案，覆盖策划、设计、搭建、设备、人员统筹与现场保障。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版式建议：左侧大标题与关键词标签，右侧大幅暖色医疗服务主图。图片建议：护士正在为市民测量血压，画面明亮，人物表情亲切，背景可见医院公益服务标识、登记台和浅蓝绿色导视。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封面可延展为活动主视觉、主背景板、邀请函首屏、朋友圈海报和现场欢迎屏。主色使用医疗蓝、白色和浅绿色，辅助少量暖橙体现节日温度。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提案开场重点说明：本活动不是单纯庆祝节日，而是以护士节为契机，把医院专业服务带到市民身边，形成公益服务与品牌沟通的统一现场。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02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页面标题：目录｜提案内容结构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页面核心观点：方案从项目理解到现场落地闭环展开，确保医院能看到活动价值、内容体验、传播方式与执行保障。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01 项目背景：护士节情感节点与公众健康需求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02 活动策略：目标、受众、痛点和机会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03 主题创意：主推主题、传播口号与核心概念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04 内容规划：公益体检、咨询、运动互动和科普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05 现场设计：区域动线、美陈视觉、舞美物料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06 宣发引流：朋友圈预热、现场打卡、活动复盘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07 执行保障：人员分工、设备搭建、风险预案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08 预期成果：品牌公益影响、社区连接与后续转化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版式建议：采用八宫格章节卡片或竖向时间轴目录。图片建议：背景使用半透明医院大厅、护士服务台或健康咨询现场照片，前景叠加蓝绿章节卡片，保持干净正式。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可将目录八个章节同步做成现场导视系统中的信息层级：活动入口、体检区、咨询区、互动区、科普区、打卡区、报名区、服务台。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讲解时用目录建立甲方预期：前半部分说明为什么做，后半部分说明怎么做、谁来做、如何保证现场秩序与传播效果。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03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页面标题：项目理解｜节日致敬转化为公益健康行动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页面核心观点：本次活动应被定义为“护士节致敬 + 公益体检 + 健康生活倡导 + 医院品牌公益传播”的综合型公共服务活动。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• 节日层面：通过仪式、祝福墙和公众参与表达对护理团队的尊重，让护士节不只停留在内部表彰。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• 公益层面：以基础健康检测和免费咨询降低市民参与门槛，让健康服务更可达。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• 科普层面：把体检指标、运动方式和慢病预防讲清楚，帮助市民形成可执行的健康习惯。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• 品牌层面：通过开放、亲和、专业的现场体验，强化医院“专业可信、服务有温度”的公益形象。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• 转化层面：为后续体检服务、慢病管理、社区义诊和健康管理建立认知入口。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版式建议：用“四合一策略图”展示节日、公益、科普、品牌。图片建议：护士与市民面对面交流，桌面有血压计、登记表和健康手册，背景有“护士节公益健康活动”主题字样。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建议设置主视觉背景板、公益服务台、体检项目说明牌、健康管理咨询台和后续服务二维码展架，形成从体验到留资的完整路径。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现场执行不应只追求热闹，应把每个互动都导向具体服务：测量指标、解释结果、给出建议、引导扫码领取报告或预约后续咨询。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04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页面标题：活动背景｜情感节点与健康需求同频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页面核心观点：护士节天然具备社会情感基础，公众健康意识正在提升，医院可借此把专业公益服务转化为高质量社区连接。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1. 护士节社会情感：护理团队长期承担陪伴、照护、沟通和应急处置工作，公众对“白衣天使”的情感认同强。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2. 公众健康意识提升：血压、血糖、体重、睡眠、运动等基础健康话题与日常生活高度相关，市民愿意参与低门槛检测。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3. 医院公益服务需要可感知：公益不只是一句口号，需要通过免费体检、面对面咨询和清晰健康建议被市民看见。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4. 社区健康管理需求增加：中老年、慢病人群、职场亚健康和亲子家庭都需要持续的健康教育与服务连接。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5. 传播环境变化：朋友圈、社群和短视频更适合传播真实参与感强、画面温暖的公益活动。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版式建议：四象限背景分析配合一张温暖医疗服务照片。图片建议：医院户外公益服务点，市民排队有序等待，护士微笑引导，现场导视清晰，整体明亮亲民。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背景板文案可围绕“致敬守护者，服务身边人”；现场配置公益服务指引牌、排队栏、等候座椅和健康手册发放台。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前期沟通需与医院确认可开放的公益检测项目、医护排班、场地容量、服务边界和是否需要提前预约，确保宣传承诺与现场能力一致。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页面标题：痛点与机会｜把低参与变成高体验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页面核心观点：市民健康行为存在认知断点，医院公益活动也需要更强互动性与传播性；本方案用“检测、解释、互动、分享”补齐链路。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痛点一：很多市民知道体检重要，却缺少立即行动的触发点，常把基础指标检查往后拖。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痛点二：市民对血压、血糖、BMI 等数字的意义理解不足，测完以后不知道如何调整生活方式。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痛点三：部分公益活动停留在单向宣传，缺少排队体验、互动体验和社交传播设计。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痛点四：科学运动常被误解为高强度训练，中老年和职场人更需要安全、轻量、可坚持的方法。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机会一：护士节具有天然情感热度，可以吸引市民停留、参与和表达祝福。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机会二：通过健康打卡、公益体检报告卡和朋友圈文案，可以把现场体验转化为二次传播。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版式建议：左侧痛点清单，右侧机会解决图。图片建议：市民在护士引导下领取号码贴并进入体检区，背景有清晰流程牌，体现有序和专业。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准备号码贴、体检流程卡、结果说明卡、朋友圈打卡手举牌、祝福便利贴、健康步数挑战贴纸，降低参与门槛并提升传播素材感。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现场工作人员要把“下一步做什么”讲清楚：先登记、再检测、再咨询、再参与互动、最后扫码领取健康资料或预约服务。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页面标题：活动目标｜五类目标形成闭环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页面核心观点：目标不是单纯到场人数，而是让医院专业形象、公益服务触达、传播曝光和后续健康管理入口同时被建立。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品牌目标：让市民通过真实服务感知医院护理团队的专业、耐心与温度，形成对医院公益形象的正向记忆。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公益目标：为到场市民提供基础健康指标检测和初步健康建议，帮助其认识定期体检的重要性。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传播目标：设计可拍、可说、可转发的现场内容，让市民主动在朋友圈和社区群分享活动体验。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转化目标：在不商业化打扰的前提下，引导市民了解医院体检套餐、慢病管理、健康咨询和社区服务。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服务目标：建立清晰动线和人员分工，保证老人、亲子、职场人都能获得顺畅、安全、被尊重的参与体验。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版式建议：五个目标以环形闭环或阶梯结构呈现。图片建议：护士为中老年市民解释检测结果，旁边有“健康建议卡”和医院服务二维码，人物表情专注自然。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物料包括公益体检登记表、健康建议卡、医院服务折页、活动满意度二维码、后续预约二维码和咨询台桌牌。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每个目标需对应现场动作：品牌靠仪式和服务细节，公益靠检测项目，传播靠打卡内容，转化靠二维码和咨询台，服务靠动线和人员管理。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页面标题：目标人群｜不同人群匹配不同参与理由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页面核心观点：活动要覆盖周边居民、中老年、职场人、亲子家庭和运动健康关注者，并用差异化内容提高停留时间。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周边社区居民：关注家门口的公益服务，适合参与基础体检、医生咨询和健康手册领取。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中老年群体：关注血压、血糖、慢病风险和安全运动，适合慢病咨询、八段锦教学、用药护理提示。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职场人群：关注亚健康、体态、压力和睡眠，适合BMI、心率、体态评估、肩颈拉伸教学。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亲子家庭：关注家庭健康习惯和儿童健康认知，适合亲子健康问答、健康饮食贴纸打卡。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运动健康关注者：关注科学运动和身体管理，适合拉伸互动、健步走指导、运动打卡挑战和康复建议。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版式建议：五类人群卡片式排列，每张卡片含参与动机和推荐内容。图片建议：不同年龄层市民在咨询台前交流，画面中有老人、职场青年和亲子家庭，体现活动包容性。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针对不同人群准备不同颜色的参与贴纸或引导卡：居民体检卡、慢病咨询卡、职场拉伸卡、亲子问答卡、运动打卡卡。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签到时由志愿者快速判断参与需求并推荐路线，避免所有人集中到同一区域排队，提高体检、咨询和互动区的流转效率。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08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页面标题：活动主题与核心概念｜被守护的健康，守护者的节日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页面核心观点：主推主题建议沿用“致敬白衣天使，共赴健康生活”，既有护士节情感表达，也能承接公益体检和健康生活传播。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主推主题：致敬白衣天使，共赴健康生活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传播口号：今天把掌声献给守护者，也把健康带回家。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主题释义：护士是健康守护链条中最温暖、最贴近患者的一环；护士节当天，医院把这份守护延伸到市民身边，用公益体检和健康指导让“被守护的健康”变成可参与的行动。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备选主题一：守护在身边，健康向未来｜口号：一场公益体检，开启一段健康陪伴。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备选主题二：天使守护日，市民健康行｜口号：走进公益健康现场，遇见更懂自己的健康。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备选主题三：以爱致敬，以健康同行｜口号：向护理团队致敬，与科学生活同行。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核心创意：把护士节从“向守护者致敬”延展为“守护者带领市民一起关注健康”。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版式建议：主推主题居中强化，三组备选主题做底部对比卡。图片建议：护士团队与市民合影，前景有人手持祝福牌“谢谢你们的守护”，背景为蓝绿主视觉致敬墙。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主推主题用于舞台背景板、签到墙、活动海报、打卡墙；备选主题可用于朋友圈不同版本文案或社区招募海报小标题。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向甲方汇报时建议明确主推主题不商业化，突出公益、专业和亲民；如医院已有品牌口号，可将主推主题作为活动标题，医院口号作为副标题。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09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页面标题：活动亮点｜七个可感知的现场记忆点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页面核心观点：活动亮点应同时服务仪式感、公益服务、互动体验和传播扩散，避免只做单一讲座或单一义诊。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1. 护士节致敬仪式：用短片、鲜花、证书和公众祝福表达对护理团队的正式尊重。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2. 市民公益体检：开放血压、血糖、BMI、心率、基础问诊等低门槛检测，让市民即时参与。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3. 专业健康咨询：医生、护士和健康管理人员面对面解读指标，提升医院专业可信度。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4. 科学运动互动：通过拉伸教学、八段锦、健步走指导和体态评估，让健康建议变成现场动作。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5. 健康生活打卡：设置轻量挑战和健康承诺卡，鼓励市民把健康行动带回家。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6. 朋友圈引流传播：设计打卡墙、手举牌和亲和文案，形成自发转发素材。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7. 医院服务展示：以公益方式展示体检、慢病管理、护理门诊和社区服务能力。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版式建议：七个亮点以图标矩阵呈现，中心放护士节主视觉。图片建议：现场同时出现测血压、健康咨询、运动拉伸和打卡合影四个场景拼图，画面真实热闹但秩序清晰。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需要亮点导览牌、区域手卡、护士节致敬墙、公益体检流程牌、运动挑战贴纸、打卡手举牌和医院服务展示展架。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每个亮点都安排负责人和完成标准，例如致敬仪式有流程单，体检有排队规则，互动有安全提示，传播有指定拍摄点。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10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页面标题：整体活动架构｜七大区域承接完整体验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页面核心观点：现场以“签到进入、仪式聚焦、分区体验、咨询转化、打卡传播、离场带走资料”为主线组织。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仪式区：承载开场、护士节致敬、医院领导致辞、护士代表分享和集体合影。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公益体检区：提供基础检测、信息登记、号码贴管理、结果记录和基础健康建议。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健康咨询区：设置医生/护士坐诊台，针对指标异常、慢病风险、护理问题进行公益咨询。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运动互动区：进行科学拉伸、八段锦、健步走、体态评估等轻量活动。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健康科普区：通过展板、短讲座和手册展示体检、运动、慢病、膳食、睡眠主题。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拍照打卡区：设置护士节致敬墙、健康承诺卡、朋友圈打卡装置。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报名转化区：提供后续体检、健康管理、慢病管理和社区服务咨询二维码。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版式建议：用中心主舞台 + 周边七区的平面结构图。图片建议：活动现场俯视感构图，市民沿导视从签到台进入，各区用蓝绿标识区分，路线清晰。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配置总导览牌、区域吊牌或立牌、地贴动线、排队栏、咨询桌牌、科普展板、签到背景板、打卡墙和报名二维码展架。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区域布局要避免体检排队压迫主通道；咨询区与体检区相邻但保持私密；打卡区靠近出口，便于完成体验后自然拍照传播。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11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页面标题：活动流程规划｜08:30-12:00 半天公益活动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页面核心观点：流程采用“仪式短、体验足、咨询细、传播自然”的节奏，保证市民有足够时间完成体检和互动。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08:30-09:00 市民签到：领取号码贴、体检流程卡、健康手册，志愿者按需求引导路线。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09:00-09:10 主持开场：介绍护士节意义、活动公益属性和现场参与规则。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09:10-09:30 护士致敬：领导致辞、护士代表分享、致敬短片、鲜花/证书、合影。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09:30-10:40 公益体检与健康咨询：分批进行血压、血糖、BMI、心率、基础问诊和指标解读。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10:40-11:10 健康讲座：主题为定期体检、慢病预防或科学运动，控制在20分钟内并预留问答。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11:10-11:40 运动互动：拉伸教学、八段锦/健步走指导、体态评估和打卡挑战。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11:40-12:00 合影传播与结束引导：祝福墙合影、朋友圈打卡、扫码领取资料、预约后续服务。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版式建议：横向时间轴配合关键节点图标。图片建议：主持人在主舞台开场，台下市民就座，旁边可见体检区和咨询区正在准备，体现流程衔接。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流程板、主持手卡、计时提示牌、号码贴、分流指示牌、讲座座椅、无线麦、音响、合影手举牌和结束引导二维码。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关键控制点是09:30后快速分流，避免所有人同时进入体检区；主持人需多次提醒排队顺序、老人优先、空腹血糖说明和隐私保护规则。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12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页面标题：现场区域规划｜功能、动线、人员和物料同步设计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页面核心观点：区域规划需要兼顾排队效率、体检隐私、咨询效率、拍照传播和安全秩序，不能只按美观摆放。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入口签到区：完成信息登记、号码贴发放、活动路线说明，建议设置在主通道外侧，避免堵门。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仪式区：靠近舞台和主背景板，设置观众座椅与摄影机位，保证致敬仪式有正式感。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公益体检区：按项目分台排列，前端等候、后端检测，设置屏风或半围挡保护隐私。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健康咨询区：靠近体检区出口，便于市民携带检测结果直接咨询，桌距保持沟通私密。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运动互动区：设置在相对开阔位置，地面防滑，周边保留安全距离。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科普与打卡区：沿出口布置，让市民离场前阅读、拍照、扫码和分享。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服务保障区：放置备用物料、饮用水、应急药箱、设备线缆收纳和工作人员休整点。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版式建议：用场地平面分区图 + 动线箭头。图片建议：市民排队通过蓝绿色地贴进入检测台，志愿者手持指引牌，现场秩序清晰，咨询区桌面整洁。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排队栏、号码牌、区域立牌、屏风、桌椅、桌布、登记表、笔、消毒用品、饮水点、垃圾桶、线槽、防滑垫、应急箱。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搭建前需实地测量场地宽度、通道位置、电源点、消防通道和人流入口；最终平面图需经医院场地、安保和医护负责人确认。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13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页面标题：公益体检区设计｜低门槛检测与清晰解释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页面核心观点：体检区要让市民“测得到、看得懂、问得清”，避免只完成数据采集而没有健康建议。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建议项目：血压测量、指尖血糖、身高体重与BMI、静息心率、基础问诊、慢病风险初筛、护理健康建议。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流程设计：登记领取号码贴 → 按号码进入检测 → 记录结果 → 护士初步说明 → 异常指标引导至咨询区。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桌台配置：每个项目设置独立桌牌、检测设备、一次性耗材、登记表、酒精棉片、手消用品和废弃物收纳。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排队规则：入口设置等候线和座椅，老人、行动不便者可优先；血糖项目需提前说明空腹/餐后数据差异。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隐私保护：检测结果不公开播报，记录表由市民本人保管，异常情况由医护人员低声沟通并建议进一步检查。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版式建议：左侧流程图，右侧体检台示意图。图片建议：护士正为市民测量血压，桌上摆放血压计、登记表、号码贴和健康手册，背景有“公益体检区”清晰导视。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血压计、血糖仪、试纸和采血针、身高体重秤、BMI计算表、心率检测设备、桌椅、桌牌、排队栏、号码贴、登记表、隐私提示牌。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所有医疗检测项目以医院医护人员为主导，承办方负责动线、桌椅、排队、耗材补给、秩序维护和信息流转，不替代医疗判断。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14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页面标题：健康咨询区设计｜把专业服务讲得亲切可懂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页面核心观点：咨询区是公益服务温度和医院专业度的集中体现，需要从科室配置、沟通方式和隐私感三方面设计。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咨询台建议：内科基础健康咨询、护理健康指导、慢病管理咨询、运动康复建议、营养与生活方式建议。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咨询形式：市民携带检测结果或既往体检报告到咨询台，医护人员进行5-8分钟公益咨询并给出清晰建议。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内容重点：解释指标含义、提示风险等级、建议复查或就医路径、给出可执行的饮食运动睡眠建议。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服务温度：使用“建议您关注”“可以先从这三件事开始”等亲和表达，避免制造焦虑。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转化方式：咨询结束后可引导扫码了解医院体检中心、慢病管理门诊、护理门诊或社区健康服务。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版式建议：多咨询台并列效果图，配医护人物特写。图片建议：中老年市民在医生和护士指导下进行健康咨询，桌面有血压计、登记表、健康手册和医院服务二维码。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咨询桌椅、科室桌牌、医生/护士姓名牌、隔音或半围挡、健康建议卡、体检服务折页、二维码立牌、等候椅、满意度反馈码。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每个咨询台需明确接待范围和平均服务时长；志愿者在等候区先帮市民整理检测结果和问题，提升医护人员咨询效率。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页面标题：运动健康互动区设计｜让科学运动变成现场体验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页面核心观点：运动互动要轻量、安全、适合普通市民，让健康生活方式从听懂变成会做。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科学拉伸教学：由运动康复或护理人员带领肩颈、腰背、下肢拉伸，每组5分钟，适合职场人和中老年。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八段锦/健步走指导：示范动作要慢、清晰、易学，强调循序渐进和身体感受。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体态评估体验：通过简易站姿观察、肩颈活动度测试，引导市民关注久坐问题。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运动打卡挑战：完成一个拉伸动作、一个平衡动作或健康步数承诺，即可获得贴纸或健康小礼。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安全提示：不做高强度跳跃，不要求老人勉强完成动作；现场准备休息座椅和饮用水。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版式建议：互动区照片居中，规则卡放侧边。图片建议：市民在护士或运动指导员带领下进行轻运动拉伸，背景为绿色健康主题打卡区，地面有安全距离标识。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防滑垫、动作示范展板、手持麦、计时牌、运动打卡贴纸、健康小礼、饮用水、休息椅、安全提示牌、背景打卡装置。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每轮互动控制在8-10分钟，主持人或志愿者负责召集；对老人、孕妇、术后恢复人群需提醒量力而行，如不适立即停止并联系现场医护。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页面标题：护士节致敬环节｜正式、温暖、不煽情过度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页面核心观点：致敬环节要让护理团队被看见、被尊重，也让市民理解护理工作背后的专业价值和情感付出。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主持开场：以“今天，我们把掌声献给每一位守护生命细节的人”引入，说明护士节与公益健康活动的连接。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护士代表分享：邀请1-2位护士讲述护理岗位中的真实片段，控制在每人3分钟。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致敬短片：展示护理团队日常工作、夜班值守、患者沟通和公益服务画面。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鲜花/证书环节：由医院领导或市民代表向护士代表献花，颁发致敬证书或纪念卡。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公众祝福墙：市民写下“想对护士说的话”，并可与护士团队合影。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集体合影：以主背景板为中心，形成医院可用于新闻稿、公众号和朋友圈传播的核心画面。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版式建议：以舞台仪式照片为主图，右侧列出流程。图片建议：医院领导和市民代表为护士献花，护士团队身着整洁制服微笑合影，背景为护士节公益健康活动主视觉。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主持手卡、致敬短片播放设备、鲜花、证书、祝福墙、便利贴、签字笔、合影手举牌、舞台背景板、摄影摄像机位。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仪式时长建议20分钟以内，避免影响公益体检体验；短片、音乐、证书名单和上台顺序需提前彩排，确保环节庄重流畅。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页面标题：健康生活科普内容｜把专业知识变成可执行建议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页面核心观点：科普内容应围绕体检、运动、慢病、膳食、睡眠五个高频健康话题，用一句话讲清行动建议。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定期体检的重要性：体检不是“有病才做”，而是帮助我们更早发现身体发出的提醒。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科学运动：适合自己的运动，应该能长期坚持、循序渐进，并在运动后感觉舒展而不是透支。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慢病预防：血压、血糖、血脂的变化往往从生活习惯开始，也需要通过持续监测来管理。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合理膳食：少油、少盐、少糖不是口号，可以从每餐多一份蔬菜、少一杯含糖饮料开始。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睡眠与压力管理：睡不好、压力大也会影响血压、体重和免疫状态，规律作息同样是健康管理的一部分。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展板表达：每个主题配一个“今日可行动作”，例如“今晚提前30分钟放下手机”。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版式建议：五张科普展板缩略图排列，形成健康知识墙。图片建议：市民在健康科普展板前阅读，展板内容清晰呈现体检、运动、慢病、膳食、睡眠五大主题。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科普展板、易拉宝、讲座PPT、健康手册、互动问答卡、贴纸奖励、二维码资料包、展架灯光、阅读区指示牌。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科普话术应由医院专业科室审核，承办方负责把专业内容转化为通俗、准确、适合展板阅读和朋友圈传播的表达。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18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页面标题：朋友圈宣发与引流设计｜真实参与带动自然传播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页面核心观点：朋友圈文案要亲和、有行动指令、能让市民愿意转发，避免过度官方或营销化。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预热文案：这个护士节，医院把公益体检和健康咨询带到大家身边。血压、血糖、BMI、运动指导都能现场参与，带上家人一起来给健康做个小检查吧。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活动当天文案：今天在医院公益健康活动现场，测了血压，也学了几个肩颈拉伸动作。谢谢护士们的耐心讲解，健康真的要从日常开始。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现场打卡文案：我在“致敬白衣天使，共赴健康生活”现场完成健康打卡。把掌声送给守护者，也把健康提醒送给自己和家人。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活动后复盘文案：一上午的公益体检和健康咨询结束，感谢每一位到场市民，也感谢护理团队的专业守护。愿我们都从今天开始更关注身体发出的信号。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引流动作：朋友圈配图优先使用体检互动、护士致敬墙、健康承诺卡和市民合影。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版式建议：手机朋友圈样机 + 三张现场照片卡片。图片建议：市民在打卡墙前手持“今天把健康带回家”手举牌合影，画面明亮，能看到护士节主题和医院公益标识。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朋友圈海报、九宫格照片模板、手举牌、祝福墙、健康承诺卡、活动二维码、公众号推文头图、现场摄影出片清单。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摄影摄像需提前拿到必拍清单：护士致敬、体检服务、咨询沟通、运动互动、打卡合影、物料全景；活动中快速筛图供医院当天发布。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19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页面标题：视觉与美陈设计建议｜干净专业，温暖亲民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页面核心观点：视觉系统以医疗蓝、白色、浅绿色为主，既保持医院专业感，也让公益活动更明亮、亲近、适合传播。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主视觉：以护士剪影、健康心形线条、城市社区元素和温暖光感组合，突出“守护者的节日”和“市民健康同行”。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签到背景板：标题清晰、医院LOGO位置规范，保留合影空间，适合媒体拍摄和市民打卡。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护士节致敬墙：设置祝福便利贴区域和护士团队照片墙，让市民表达感谢。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健康打卡装置：使用“今日健康承诺”“把健康带回家”等亲和文案，形成朋友圈传播点。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咨询区桌牌：统一科室名称、医生/护士姓名、咨询范围和二维码，提升专业秩序。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体检区导视：用颜色区分血压、血糖、BMI、咨询出口，减少口头解释压力。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版式建议：主视觉延展板式，展示背景板、桌牌、导视、打卡墙四类物料效果。图片建议：蓝白绿主题活动现场，护士节致敬墙、公益体检导视和健康打卡装置统一呈现。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主背景板、签到板、致敬墙、打卡装置、导视立牌、桌牌、地贴、手举牌、易拉宝、展板、二维码立牌、工作人员胸牌。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承办方负责从视觉设计到喷绘制作、结构搭建、现场安装和撤场回收的一体化落地；所有含医院LOGO和科普内容的物料需提前给甲方审核。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20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页面标题：舞美与物料搭建方案｜自有团队保障落地效率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页面核心观点：依托自有舞美搭建执行团队和自有舞台活动设备，可实现策划、设计、搭建、设备、执行、人员统筹的一体化交付。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舞台区：建议小型主舞台或平面仪式区，配置主背景板、讲台、主持位、合影站位和摄影通道。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显示系统：根据场地选择LED屏或电视屏，用于播放致敬短片、流程提示、健康科普和现场照片。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灯光音响：配置主扩音响、无线麦、补光灯和基础氛围灯，保证主持、分享和讲座清晰可听。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签到与导视：搭建签到台、欢迎立牌、总导览牌、区域导视、排队地贴和咨询引导牌。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展陈物料：科普展板、易拉宝、桌牌、手举牌、祝福墙、打卡装置、健康承诺卡、物料收纳区。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设备优势：自有设备可减少外协沟通成本，提高进撤场效率，并便于现场临时调整。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版式建议：物料清单 + 舞台效果示意双栏呈现。图片建议：活动公司搭建完成的蓝白绿舞台区，主背景板、音响、签到台、导视牌和LED屏整齐统一。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桁架/背板、喷绘画面、LED或电视屏、音响、无线麦、灯光、讲台、签到桌、桌布、导视系统、展架、线槽、配电箱、工具包。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搭建团队需提前一天或活动前半天进场，完成结构、安全、电源、画面和设备联调；活动结束后按医院要求撤场，保证场地恢复整洁。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21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页面标题：人员分工与执行保障｜职责清晰才能现场稳定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页面核心观点：公益活动涉及医院医护、承办执行、志愿者和安保，多角色协同必须提前定责、定岗、定流程。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项目总控：统筹整体进度、现场决策、甲方沟通和突发问题处理。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客户对接：负责医院需求确认、物料审核、医护排班协同和流程确认。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设计团队：完成主视觉、物料延展、导视系统和朋友圈海报输出。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搭建设备团队：负责舞台、美陈、灯光音响、显示设备、桌椅和电源安全。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主持与摄影摄像：负责仪式节奏、讲座衔接、活动记录和传播素材采集。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医护协调：由医院安排检测和咨询人员，明确项目边界、耗材和隐私要求。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志愿者与秩序岗：负责签到、分流、排队、老人协助、物料发放和打卡引导。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物料管理：建立物料清单、进场验收、现场补给和撤场回收机制。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版式建议：RACI职责矩阵或组织架构图。图片建议：活动工作人员在签到台前进行晨会分工，桌面有流程表、对讲机、胸牌和物料清单。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执行手册、岗位表、通讯录、对讲机、胸牌、流程单、点位图、物料清单、医护排班表、应急联系人表、摄影清单。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活动前至少进行一次全员线上确认和一次现场走台，重点确认上台顺序、检测流程、应急联系人、设备开关机和撤场路径。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22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页面标题：风险预案｜把公益现场的不确定性前置管理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页面核心观点：风险预案要覆盖人流、排队、天气、设备、老人安全、医疗隐私和突发不适，保证活动稳妥有序。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人流拥堵：设置分时段预约和现场号码贴，入口安排分流志愿者，热门项目增加等候座椅。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体检排队：每个项目设置预计等待提示，体检区满负荷时引导市民先参与科普或运动互动。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天气变化：户外活动准备帐篷、雨棚、防滑垫和设备防雨方案；高温天气增加饮水点和休息区。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设备故障：音响、麦克风、显示屏、血压计等准备备用设备和电池，现场技术人员全程值守。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老人参与安全：运动互动前提示量力而行，设置休息椅，出现头晕、胸闷等不适立即由医护处理。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医疗隐私保护：检测结果不公开展示，登记表不随意堆放，咨询区保持适当距离。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现场秩序：安保与志愿者保持通道畅通，消防通道不摆放物料，线缆使用线槽固定。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版式建议：风险类型与应对措施表格。图片建议：志愿者引导老人到休息区，旁边有饮水点、应急箱和清晰的安全提示牌，现场秩序稳定。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风险预案表、对讲机、备用麦、备用电池、线槽、雨棚、帐篷、防滑垫、应急药箱、饮用水、座椅、隐私提示牌、安保岗牌。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活动前由项目总控组织风险交底，明确“谁发现、谁上报、谁处理、谁对外沟通”；医疗相关事件以医院医护判断和流程为准。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23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页面标题：预期效果｜公益服务沉淀为医院长期连接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页面核心观点：活动成果应从现场参与、公益影响、品牌传播、社区关系和后续健康管理入口五个层面评估。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医院品牌：通过护士节致敬和公益服务，强化医院专业、可靠、有温度的公众形象。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公众参与：让市民完成一次基础健康检测、一次健康咨询或一次科学运动体验，提升健康行动意愿。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公益影响：把医院服务主动送到市民身边，形成可被社区、媒体和公众号记录的公益案例。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传播曝光：通过现场照片、朋友圈打卡、医院公众号推文和社区群转发形成二次传播。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社区关系：增强医院与周边居民、社区组织、家庭人群之间的信任与互动。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后续转化：为体检中心、慢病管理、护理门诊和健康管理服务建立温和、可信的认知基础。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复盘指标：到场人数、检测人数、咨询人数、互动人数、扫码人数、朋友圈素材数量、满意度反馈。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版式建议：成果漏斗或六维雷达图。图片建议：活动结束后护士、医生、志愿者和市民在主背景板前合影，画面中能看到公益健康活动主题和热闹但有序的现场。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活动数据统计表、签到数据、检测数量记录、咨询登记、扫码后台截图、摄影精选图、公众号推文素材、满意度问卷。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活动结束后24小时内提交快报：精选照片、核心数据、传播建议；3个工作日内提交完整复盘，包括问题、改进和后续服务建议。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2344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1">
                <a:solidFill>
                  <a:srgbClr val="6FBEA6"/>
                </a:solidFill>
                <a:latin typeface="Microsoft YaHei"/>
              </a:rPr>
              <a:t>页码：第 24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"/>
            <a:ext cx="960120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50" b="1">
                <a:solidFill>
                  <a:srgbClr val="123D5D"/>
                </a:solidFill>
                <a:latin typeface="Microsoft YaHei"/>
              </a:rPr>
              <a:t>页面标题：结尾页｜以专业守护健康，以温度连接市民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01168"/>
            <a:ext cx="18288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5B6A78"/>
                </a:solidFill>
                <a:latin typeface="Microsoft YaHei"/>
              </a:rPr>
              <a:t>医院护士节公益健康活动方案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841248"/>
            <a:ext cx="11311128" cy="566928"/>
          </a:xfrm>
          <a:prstGeom prst="roundRect">
            <a:avLst/>
          </a:prstGeom>
          <a:solidFill>
            <a:srgbClr val="E6F7F2"/>
          </a:solidFill>
          <a:ln w="10160">
            <a:solidFill>
              <a:srgbClr val="BD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92708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19" b="1">
                <a:solidFill>
                  <a:srgbClr val="123D5D"/>
                </a:solidFill>
                <a:latin typeface="Microsoft YaHei"/>
              </a:rPr>
              <a:t>页面核心观点：护士节公益健康活动的价值，在于让护理团队的守护精神被看见，也让市民把健康意识转化为真实行动。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581912"/>
            <a:ext cx="696772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581912"/>
            <a:ext cx="82296" cy="452628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55064"/>
            <a:ext cx="6739128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页面正文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739128" cy="413308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收尾提案语：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以专业守护健康，以温度连接市民。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让护士节不止是一场致敬，更成为医院走近社区、服务公众、倡导健康生活的一次温暖行动。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B6A78"/>
                </a:solidFill>
                <a:latin typeface="Microsoft YaHei"/>
              </a:rPr>
              <a:t>我们将以一体化活动策划与执行能力，完成从主题创意、视觉设计、舞美搭建、设备保障、人员统筹到现场复盘的全流程落地，协助医院把公益服务做得有秩序、有温度、有传播力。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581912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81912"/>
            <a:ext cx="82296" cy="1371600"/>
          </a:xfrm>
          <a:prstGeom prst="rect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655064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6FBEA6"/>
                </a:solidFill>
                <a:latin typeface="Microsoft YaHei"/>
              </a:rPr>
              <a:t>画面/图片建议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20240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版式建议：大标题收束 + 温暖合影或护士服务特写。图片建议：护士团队站在医院公益活动主视觉前微笑合影，市民在一侧写下祝福卡，画面干净明亮，传递信任和温度。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154680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6096" y="3154680"/>
            <a:ext cx="82296" cy="1371600"/>
          </a:xfrm>
          <a:prstGeom prst="rect">
            <a:avLst/>
          </a:prstGeom>
          <a:solidFill>
            <a:srgbClr val="F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3227832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59A55"/>
                </a:solidFill>
                <a:latin typeface="Microsoft YaHei"/>
              </a:rPr>
              <a:t>现场布置或物料建议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493008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结尾页可同步作为活动复盘封底、感谢海报、现场结束屏和甲方提案收尾页，保留医院LOGO和承办方信息替换位置。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4727448"/>
            <a:ext cx="41148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4727448"/>
            <a:ext cx="82296" cy="1371600"/>
          </a:xfrm>
          <a:prstGeom prst="rect">
            <a:avLst/>
          </a:prstGeom>
          <a:solidFill>
            <a:srgbClr val="23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800600"/>
            <a:ext cx="3886200" cy="219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374B8"/>
                </a:solidFill>
                <a:latin typeface="Microsoft YaHei"/>
              </a:rPr>
              <a:t>执行说明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65776"/>
            <a:ext cx="3886200" cy="978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40" b="0">
                <a:solidFill>
                  <a:srgbClr val="5B6A78"/>
                </a:solidFill>
                <a:latin typeface="Microsoft YaHei"/>
              </a:rPr>
              <a:t>汇报结束时建议回到甲方关心点：公益价值、社会影响、现场安全、医护配合、承办方落地能力和可复用的社区健康服务模型。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01400" y="5870448"/>
            <a:ext cx="749808" cy="749808"/>
          </a:xfrm>
          <a:prstGeom prst="ellipse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1712" y="6089904"/>
            <a:ext cx="301752" cy="301752"/>
          </a:xfrm>
          <a:prstGeom prst="ellipse">
            <a:avLst/>
          </a:prstGeom>
          <a:solidFill>
            <a:srgbClr val="6FB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20272" y="6016752"/>
            <a:ext cx="411480" cy="182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46520"/>
            <a:ext cx="3657600" cy="1645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80" b="0">
                <a:solidFill>
                  <a:srgbClr val="5B6A78"/>
                </a:solidFill>
                <a:latin typeface="Microsoft YaHei"/>
              </a:rPr>
              <a:t>一体化策划 · 设计 · 搭建 · 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护士节公益健康活动方案</dc:title>
  <dc:subject>医院护士节公益体检与健康生活倡导活动提案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